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9D2449"/>
                </a:solidFill>
              </a:defRPr>
            </a:pPr>
            <a:r>
              <a:t>Estrategia Nacional de Atención al Sarampión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Directrices de Vacunación y Seguimiento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Febrero 2026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Gobierno de México | Salud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Panorama Epidemiológico (Corte 13 Feb)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Casos Totales Confirmados: 9,712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Casos Activos: 1,185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Tasa de Letalidad: 0.30%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Distribución: 24 de 32 entidades con &lt;100 casos acumulados.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Situación bajo control mediante vigilancia activa.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La Clave: Vacunación Universal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Protección Directa: Evita formas graves y complicaciones.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Control de Transmisión: Detiene la propagación comunitaria.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Hoy contamos con disponibilidad nacional de biológicos.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Garantizamos el acceso gratuito en todo el territorio.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Prioridad: Menores de 12 Años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Población Objetivo: Niños de 6 meses a 12 años.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Sin Vacuna: Acudir de inmediato a centro de salud.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Esquema Incompleto: Aplicar refuerzo si pasaron 6 meses de la 1ª dosis.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Esquema Completo (2 dosis): El menor ya está protegido.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Recuperación: Población 13 a 49 Años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Estados Prioritarios: Jalisco, Colima, Chiapas, Sinaloa, Nayarit, Tabasco y CDMX.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Vacuna Doble Viral (SR) para quienes no tengan esquema completo.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Resto del país: Inicio gradual a partir del mes de mayo.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Objetivo: Cerrar brechas de inmunidad en adultos.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Estado Actual de Cobertura (Sectorial)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6 a 11 meses (Dosis 0): 67% de cobertura.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19 meses a 12 años: 81% de cobertura.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13 a 49 años: 42% de cobertura (en proceso de expansión).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Meta: Superar el 95% en todos los grupos.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Logística de Abasto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Dosis Distribuidas: 16.7 Millones ya en los estados.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Dosis en Reserva/Proceso: 11 Millones adicionales listas.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Total Disponibilidad: Suficiente para la Estrategia Nacional.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Distribución diaria garantizada a centros de salud.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Pasos Críticos de la Estrategia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1. Cumplimiento de vacunación según grupos prioritarios.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2. Distribución eficiente a nivel local (centros de salud).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3. Monitoreo diario por cada entidad federativa.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4. Reuniones semanales de alto nivel para toma de decisiones.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¿Dónde Vacunarse?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Consulta más de 21,000 puntos disponibles.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Sitio Web Oficial: dondemevacuno.salud.gob.mx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¡La prevención es nuestra mejor protección!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Acude a tu unidad de salud más cercana.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